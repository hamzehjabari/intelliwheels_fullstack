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9277" y="457200"/>
            <a:ext cx="30654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lang="en-US" dirty="0"/>
              <a:t>Al Hussein Technical University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IntelliWheels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AI-Powered Automotive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6919" y="4572000"/>
            <a:ext cx="603017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Presented by: </a:t>
            </a:r>
            <a:r>
              <a:rPr lang="en-US" dirty="0"/>
              <a:t>Hamzah Jabari, Amro </a:t>
            </a:r>
            <a:r>
              <a:rPr lang="en-US" dirty="0" err="1"/>
              <a:t>Freihat</a:t>
            </a:r>
            <a:r>
              <a:rPr lang="en-US" dirty="0"/>
              <a:t>, </a:t>
            </a:r>
            <a:r>
              <a:rPr lang="en-US" dirty="0" err="1"/>
              <a:t>Mohannd</a:t>
            </a:r>
            <a:r>
              <a:rPr lang="en-US" dirty="0"/>
              <a:t> </a:t>
            </a:r>
            <a:r>
              <a:rPr lang="en-US" dirty="0" err="1"/>
              <a:t>Melhim</a:t>
            </a:r>
            <a:endParaRPr dirty="0"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Supervisor: </a:t>
            </a:r>
            <a:r>
              <a:rPr lang="en-US" dirty="0"/>
              <a:t>Ayah </a:t>
            </a:r>
            <a:r>
              <a:rPr lang="en-US" dirty="0" err="1"/>
              <a:t>Karajeh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Project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Literature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System Design &amp; Architecture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46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Implementation &amp; Technologies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AI Features &amp; Machine Learning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Testing &amp; Results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17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Demo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74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Challenges &amp; Solutions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532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32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40AF"/>
                </a:solidFill>
              </a:defRPr>
            </a:pPr>
            <a:r>
              <a:t>The automotive marketplace in Jordan faces several challenges: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Fragmented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Listings scattered across multiple platforms with inconsistent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822960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Price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No reliable way to determine fair market value of vehicles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822960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Trust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Difficulty verifying dealer credibility and vehicle condition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17720"/>
            <a:ext cx="822960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Language Barriers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Limited Arabic language support in existing platforms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8229600" cy="7772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No Intelligent Assistance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Users lack expert guidance during car buying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256" y="1328831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rPr dirty="0"/>
              <a:t>Main Objective: Develop an AI-powered automotive marketplace that simplifies car buying and selling in Jordan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1. Design and implement a bilingual (Arabic/English) web application with RTL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2. Integrate Google Gemini AI for intelligent chatbot assistance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3. Develop computer vision capabilities for vehicle recognition from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4. Create machine learning model for fair price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5. Implement semantic search using natural language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59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6. Build dealer verification and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79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7. Deploy scalable cloud-based architecture (Vercel + Render)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AI in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Chatbots increase customer engagement by 40%</a:t>
            </a:r>
            <a:br/>
            <a:r>
              <a:t>• Personalized recommendations drive 35% of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06040"/>
            <a:ext cx="82296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Image recognition accuracy &gt;95% with modern CNNs</a:t>
            </a:r>
            <a:br/>
            <a:r>
              <a:t>• Transfer learning enables domain-specific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82296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Price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ML models outperform traditional appraisal methods</a:t>
            </a:r>
            <a:br/>
            <a:r>
              <a:t>• Feature engineering critical for vehicle pricing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82296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Existing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OpenSooq: General classifieds, no AI features</a:t>
            </a:r>
            <a:br/>
            <a:r>
              <a:t>• CarSwitch: UAE-focused, limited Jordan presence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Next.js 16 / React 19.2 / TypeScript /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1097280"/>
          </a:xfrm>
          <a:prstGeom prst="roundRect">
            <a:avLst/>
          </a:prstGeom>
          <a:solidFill>
            <a:srgbClr val="D1FAE5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Flask 3.0 / Python 3.11+ / Gunicorn /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FEF3C7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PostgreSQL / SQLite / Cloudinary / Google Gemini AI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43400" y="2468880"/>
            <a:ext cx="457200" cy="27432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4343400" y="3840480"/>
            <a:ext cx="457200" cy="27432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Deployment: Frontend (Vercel) | Backend (Render) | Database (Render PostgreSQL)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057400" cy="4114800"/>
          </a:xfrm>
          <a:prstGeom prst="roundRect">
            <a:avLst/>
          </a:prstGeom>
          <a:solidFill>
            <a:srgbClr val="DBEAFE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React 19.2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Tailwind CSS 3.4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Leaflet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79" y="1371600"/>
            <a:ext cx="2057400" cy="4114800"/>
          </a:xfrm>
          <a:prstGeom prst="roundRect">
            <a:avLst/>
          </a:prstGeom>
          <a:solidFill>
            <a:srgbClr val="D1FAE5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79" y="150876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Flask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Python 3.11+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Gunicorn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Flask-CORS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39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Flask-Swagger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371600"/>
            <a:ext cx="2057400" cy="4114800"/>
          </a:xfrm>
          <a:prstGeom prst="roundRect">
            <a:avLst/>
          </a:prstGeom>
          <a:solidFill>
            <a:srgbClr val="FED7AA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50876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AI/ML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Google Gemini 2.5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sentence-transformers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108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joblib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371600"/>
            <a:ext cx="2057400" cy="4114800"/>
          </a:xfrm>
          <a:prstGeom prst="roundRect">
            <a:avLst/>
          </a:prstGeom>
          <a:solidFill>
            <a:srgbClr val="E9D5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150876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377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Cloudinary CDN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B7280"/>
                </a:solidFill>
              </a:defRPr>
            </a:pPr>
            <a:r>
              <a:t>Selected for: Performance • Scalability • Modern ecosystem • Strong community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AI/ML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8595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🤖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Google Gemini 2.5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Bilingual support (Arabic/English)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346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Context-aware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5915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Car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325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Price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468880"/>
            <a:ext cx="8595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📸 Vision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Gemini Vision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Vehicle identification from photos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Make/model/year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5915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Condition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98377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Auto-fill listing 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8595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💰 Price 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scikit-learn ML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Fair market value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51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Depreciation 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5915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Spec-based adjustments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662025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Price range 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846320"/>
            <a:ext cx="859536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5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🔍 Semantic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Keyword Scoring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20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Natural language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394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Category matching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5915" y="5120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Price constraint parsing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92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dirty="0"/>
              <a:t>• Relevance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Functional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✓ All CRUD operations verified</a:t>
            </a:r>
            <a:br/>
            <a:r>
              <a:t>✓ Authentication flows tested</a:t>
            </a:r>
            <a:br/>
            <a:r>
              <a:t>✓ AI features validated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71600"/>
            <a:ext cx="27432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Integration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✓ Frontend-Backend API integration</a:t>
            </a:r>
            <a:br/>
            <a:r>
              <a:t>✓ Database operations</a:t>
            </a:r>
            <a:br/>
            <a:r>
              <a:t>✓ External service connections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371600"/>
            <a:ext cx="27432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19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User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9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✓ Bilingual interface tested</a:t>
            </a:r>
            <a:br/>
            <a:r>
              <a:t>✓ Mobile responsiveness</a:t>
            </a:r>
            <a:br/>
            <a:r>
              <a:t>✓ Cross-browser 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Key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18288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Completion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4023360"/>
            <a:ext cx="18288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4160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&lt; 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709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Page Load</a:t>
            </a:r>
            <a:br/>
            <a:r>
              <a:t>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4023360"/>
            <a:ext cx="18288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79" y="4160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709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Uptime</a:t>
            </a:r>
            <a:br/>
            <a:r>
              <a:t>Target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4023360"/>
            <a:ext cx="18288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7999" y="4160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999" y="4709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API</a:t>
            </a:r>
            <a:br/>
            <a:r>
              <a:t>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🖥️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Demonstrating: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User Registration &amp; Login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Car Browsing &amp; Search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AI Chatbot Interaction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Vision Helper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Dealer Management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• Price Estimation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02336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❌ AI API Rate Limits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434840" y="164592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4023360" cy="7772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600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✓ Implemented model fallback chain and request caching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40280"/>
            <a:ext cx="402336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❌ Database Compatibility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40" y="251460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54880" y="2240280"/>
            <a:ext cx="4023360" cy="7772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46888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✓ Built abstraction layer supporting both SQLite and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08960"/>
            <a:ext cx="402336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❌ RTL Arabic Support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434840" y="338328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0" y="3108960"/>
            <a:ext cx="4023360" cy="7772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33375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rPr dirty="0"/>
              <a:t>✓ Created comprehensive translation system with 200+ strings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77640"/>
            <a:ext cx="402336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❌ Image Storage Persistence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434840" y="425196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0" y="3977640"/>
            <a:ext cx="4023360" cy="7772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✓ Integrated Cloudinary CDN for reliable media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846320"/>
            <a:ext cx="402336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❌ Production Deployment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434840" y="512064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54880" y="4846320"/>
            <a:ext cx="4023360" cy="7772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rPr dirty="0"/>
              <a:t>✓ Configured CI/CD with </a:t>
            </a:r>
            <a:r>
              <a:rPr dirty="0" err="1"/>
              <a:t>Vercel</a:t>
            </a:r>
            <a:r>
              <a:rPr dirty="0"/>
              <a:t> and Render for auto-deployment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✓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Fully functional AI-powered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Production deployment on cloud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Complete bilingual support (Arabic/English)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Integration of 4 AI/ML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Scalable three-tier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Comprehensive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→ 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459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Mobile application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116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Payment gateway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3774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Advanced analytics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432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Vehicle history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089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Insurance/financing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747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Expansion to GCC markets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82296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30709" y="4572000"/>
            <a:ext cx="68825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1E40AF"/>
                </a:solidFill>
              </a:defRPr>
            </a:pPr>
            <a:r>
              <a:rPr dirty="0" err="1"/>
              <a:t>IntelliWheels</a:t>
            </a:r>
            <a:r>
              <a:rPr dirty="0"/>
              <a:t> successfully demonstrates how AI can transform traditional e-commerce platforms, providing intelligent assistance that improves user experience and decision-making in the automotive marketplace.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Thank you for your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📧 Intelliwheels03@gmail.com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🌐 </a:t>
            </a:r>
            <a:r>
              <a:rPr dirty="0" err="1"/>
              <a:t>intelli-wheels.vercel.app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807</Words>
  <Application>Microsoft Office PowerPoint</Application>
  <PresentationFormat>On-screen Show (4:3)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hamza hazem</cp:lastModifiedBy>
  <cp:revision>2</cp:revision>
  <dcterms:created xsi:type="dcterms:W3CDTF">2013-01-27T09:14:16Z</dcterms:created>
  <dcterms:modified xsi:type="dcterms:W3CDTF">2026-01-21T08:39:47Z</dcterms:modified>
  <cp:category/>
</cp:coreProperties>
</file>